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jack@example.com, phone 13400134000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